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  <p:embeddedFont>
      <p:font typeface="Inter"/>
      <p:regular r:id="rId12"/>
      <p:bold r:id="rId13"/>
      <p:italic r:id="rId14"/>
      <p:boldItalic r:id="rId15"/>
    </p:embeddedFont>
    <p:embeddedFont>
      <p:font typeface="Work Sans Medium"/>
      <p:regular r:id="rId16"/>
      <p:bold r:id="rId17"/>
      <p:italic r:id="rId18"/>
      <p:boldItalic r:id="rId19"/>
    </p:embeddedFont>
    <p:embeddedFont>
      <p:font typeface="Urbanist Black"/>
      <p:bold r:id="rId20"/>
      <p:boldItalic r:id="rId21"/>
    </p:embeddedFont>
    <p:embeddedFont>
      <p:font typeface="Work Sans Light"/>
      <p:regular r:id="rId22"/>
      <p:bold r:id="rId23"/>
      <p:italic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  <p:embeddedFont>
      <p:font typeface="Rubik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C549A9-F07F-42D2-9063-61CC05E00457}">
  <a:tblStyle styleId="{11C549A9-F07F-42D2-9063-61CC05E0045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D340D2-47DD-4B0B-A596-3AE2BF159AE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unito-regular.fntdata"/><Relationship Id="rId31" Type="http://schemas.openxmlformats.org/officeDocument/2006/relationships/font" Target="fonts/Rubik-bold.fntdata"/><Relationship Id="rId30" Type="http://schemas.openxmlformats.org/officeDocument/2006/relationships/font" Target="fonts/Rubik-regular.fntdata"/><Relationship Id="rId33" Type="http://schemas.openxmlformats.org/officeDocument/2006/relationships/font" Target="fonts/Rubik-boldItalic.fntdata"/><Relationship Id="rId32" Type="http://schemas.openxmlformats.org/officeDocument/2006/relationships/font" Target="fonts/Rubik-italic.fntdata"/><Relationship Id="rId35" Type="http://schemas.openxmlformats.org/officeDocument/2006/relationships/font" Target="fonts/InterMedium-bold.fntdata"/><Relationship Id="rId34" Type="http://schemas.openxmlformats.org/officeDocument/2006/relationships/font" Target="fonts/InterMedium-regular.fntdata"/><Relationship Id="rId37" Type="http://schemas.openxmlformats.org/officeDocument/2006/relationships/font" Target="fonts/InterMedium-boldItalic.fntdata"/><Relationship Id="rId36" Type="http://schemas.openxmlformats.org/officeDocument/2006/relationships/font" Target="fonts/InterMedium-italic.fntdata"/><Relationship Id="rId20" Type="http://schemas.openxmlformats.org/officeDocument/2006/relationships/font" Target="fonts/UrbanistBlack-bold.fntdata"/><Relationship Id="rId22" Type="http://schemas.openxmlformats.org/officeDocument/2006/relationships/font" Target="fonts/WorkSansLight-regular.fntdata"/><Relationship Id="rId21" Type="http://schemas.openxmlformats.org/officeDocument/2006/relationships/font" Target="fonts/UrbanistBlack-boldItalic.fntdata"/><Relationship Id="rId24" Type="http://schemas.openxmlformats.org/officeDocument/2006/relationships/font" Target="fonts/WorkSansLight-italic.fntdata"/><Relationship Id="rId23" Type="http://schemas.openxmlformats.org/officeDocument/2006/relationships/font" Target="fonts/WorkSansLight-bold.fntdata"/><Relationship Id="rId26" Type="http://schemas.openxmlformats.org/officeDocument/2006/relationships/font" Target="fonts/WorkSans-regular.fntdata"/><Relationship Id="rId25" Type="http://schemas.openxmlformats.org/officeDocument/2006/relationships/font" Target="fonts/WorkSansLight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29" Type="http://schemas.openxmlformats.org/officeDocument/2006/relationships/font" Target="fonts/WorkSans-boldItalic.fntdata"/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WorkSansMedium-bold.fntdata"/><Relationship Id="rId16" Type="http://schemas.openxmlformats.org/officeDocument/2006/relationships/font" Target="fonts/WorkSansMedium-regular.fntdata"/><Relationship Id="rId19" Type="http://schemas.openxmlformats.org/officeDocument/2006/relationships/font" Target="fonts/WorkSansMedium-boldItalic.fntdata"/><Relationship Id="rId18" Type="http://schemas.openxmlformats.org/officeDocument/2006/relationships/font" Target="fonts/Work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464275dd0_0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464275dd0_0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 - Couverture" type="title">
  <p:cSld name="TITLE">
    <p:bg>
      <p:bgPr>
        <a:solidFill>
          <a:schemeClr val="dk2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774" y="4544172"/>
            <a:ext cx="1292251" cy="4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597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467100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b="1" lang="fr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198000" y="1530525"/>
            <a:ext cx="5766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98000" y="198000"/>
            <a:ext cx="5766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B - Chapitrage">
  <p:cSld name="TITLE_1">
    <p:bg>
      <p:bgPr>
        <a:solidFill>
          <a:schemeClr val="dk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597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467100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b="1" lang="fr" sz="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b="1" sz="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98000" y="198000"/>
            <a:ext cx="5766000" cy="3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B - Sommaire avec Colonne">
  <p:cSld name="SECTION_HEADER_1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727500" cy="5143500"/>
          </a:xfrm>
          <a:prstGeom prst="rect">
            <a:avLst/>
          </a:prstGeom>
          <a:solidFill>
            <a:srgbClr val="1A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98000" y="198100"/>
            <a:ext cx="2038500" cy="3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title"/>
          </p:nvPr>
        </p:nvSpPr>
        <p:spPr>
          <a:xfrm>
            <a:off x="2434500" y="198100"/>
            <a:ext cx="10842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title"/>
          </p:nvPr>
        </p:nvSpPr>
        <p:spPr>
          <a:xfrm>
            <a:off x="3925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C - Sommaire avec accroche">
  <p:cSld name="SECTION_HEADER_1_1">
    <p:bg>
      <p:bgPr>
        <a:solidFill>
          <a:schemeClr val="accen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3727500" cy="5143500"/>
          </a:xfrm>
          <a:prstGeom prst="rect">
            <a:avLst/>
          </a:prstGeom>
          <a:solidFill>
            <a:srgbClr val="1A1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709809" y="932975"/>
            <a:ext cx="6648326" cy="328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3925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31" name="Google Shape;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idx="1" type="body"/>
          </p:nvPr>
        </p:nvSpPr>
        <p:spPr>
          <a:xfrm>
            <a:off x="964591" y="1097325"/>
            <a:ext cx="1780500" cy="1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198000" y="198100"/>
            <a:ext cx="20385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A - Texte &amp; Image / Fond Clair 1">
  <p:cSld name="SECTION_HEADER_1_1_1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" name="Google Shape;39;p6"/>
          <p:cNvSpPr/>
          <p:nvPr>
            <p:ph idx="3" type="pic"/>
          </p:nvPr>
        </p:nvSpPr>
        <p:spPr>
          <a:xfrm>
            <a:off x="3180000" y="198000"/>
            <a:ext cx="5766000" cy="45495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B - Texte &amp; Image / Fond Clair 2">
  <p:cSld name="TITLE_AND_BODY_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" name="Google Shape;45;p7"/>
          <p:cNvSpPr/>
          <p:nvPr>
            <p:ph idx="3" type="pic"/>
          </p:nvPr>
        </p:nvSpPr>
        <p:spPr>
          <a:xfrm>
            <a:off x="3180000" y="198000"/>
            <a:ext cx="5766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3180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5" type="body"/>
          </p:nvPr>
        </p:nvSpPr>
        <p:spPr>
          <a:xfrm>
            <a:off x="6162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D - Texte &amp; Image / Fond Clair 4">
  <p:cSld name="TITLE_AND_BODY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3" name="Google Shape;53;p8"/>
          <p:cNvSpPr/>
          <p:nvPr>
            <p:ph idx="3" type="pic"/>
          </p:nvPr>
        </p:nvSpPr>
        <p:spPr>
          <a:xfrm>
            <a:off x="3180000" y="198000"/>
            <a:ext cx="2784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180000" y="2571900"/>
            <a:ext cx="5766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8"/>
          <p:cNvSpPr/>
          <p:nvPr>
            <p:ph idx="5" type="pic"/>
          </p:nvPr>
        </p:nvSpPr>
        <p:spPr>
          <a:xfrm>
            <a:off x="6162000" y="198000"/>
            <a:ext cx="2784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E - Texte &amp; Image / Fond Clair 5">
  <p:cSld name="TITLE_AND_BODY_2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4671000" y="198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3180000" y="17805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5" type="body"/>
          </p:nvPr>
        </p:nvSpPr>
        <p:spPr>
          <a:xfrm>
            <a:off x="4671000" y="3363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9"/>
          <p:cNvSpPr/>
          <p:nvPr>
            <p:ph idx="6" type="pic"/>
          </p:nvPr>
        </p:nvSpPr>
        <p:spPr>
          <a:xfrm>
            <a:off x="3180000" y="3362975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  <p:sp>
        <p:nvSpPr>
          <p:cNvPr id="65" name="Google Shape;65;p9"/>
          <p:cNvSpPr/>
          <p:nvPr>
            <p:ph idx="7" type="pic"/>
          </p:nvPr>
        </p:nvSpPr>
        <p:spPr>
          <a:xfrm>
            <a:off x="7653000" y="1780500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  <p:sp>
        <p:nvSpPr>
          <p:cNvPr id="66" name="Google Shape;66;p9"/>
          <p:cNvSpPr/>
          <p:nvPr>
            <p:ph idx="8" type="pic"/>
          </p:nvPr>
        </p:nvSpPr>
        <p:spPr>
          <a:xfrm>
            <a:off x="3180000" y="198025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F - Texte &amp; Image / Fond Clair 6">
  <p:cSld name="TITLE_AND_BODY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2" name="Google Shape;72;p10"/>
          <p:cNvSpPr txBox="1"/>
          <p:nvPr>
            <p:ph idx="3" type="body"/>
          </p:nvPr>
        </p:nvSpPr>
        <p:spPr>
          <a:xfrm>
            <a:off x="467185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4" type="body"/>
          </p:nvPr>
        </p:nvSpPr>
        <p:spPr>
          <a:xfrm>
            <a:off x="690750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5" type="body"/>
          </p:nvPr>
        </p:nvSpPr>
        <p:spPr>
          <a:xfrm>
            <a:off x="2435375" y="3465529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5" name="Google Shape;75;p10"/>
          <p:cNvSpPr/>
          <p:nvPr>
            <p:ph idx="6" type="pic"/>
          </p:nvPr>
        </p:nvSpPr>
        <p:spPr>
          <a:xfrm>
            <a:off x="2435425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  <p:sp>
        <p:nvSpPr>
          <p:cNvPr id="76" name="Google Shape;76;p10"/>
          <p:cNvSpPr/>
          <p:nvPr>
            <p:ph idx="7" type="pic"/>
          </p:nvPr>
        </p:nvSpPr>
        <p:spPr>
          <a:xfrm>
            <a:off x="4671463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  <p:sp>
        <p:nvSpPr>
          <p:cNvPr id="77" name="Google Shape;77;p10"/>
          <p:cNvSpPr/>
          <p:nvPr>
            <p:ph idx="8" type="pic"/>
          </p:nvPr>
        </p:nvSpPr>
        <p:spPr>
          <a:xfrm>
            <a:off x="6907500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G - Texte &amp; Image / Fond Clair 7">
  <p:cSld name="TITLE_AND_BODY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2" type="body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8398500" y="487470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3" name="Google Shape;83;p11"/>
          <p:cNvSpPr txBox="1"/>
          <p:nvPr>
            <p:ph idx="3" type="body"/>
          </p:nvPr>
        </p:nvSpPr>
        <p:spPr>
          <a:xfrm>
            <a:off x="467185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4" type="body"/>
          </p:nvPr>
        </p:nvSpPr>
        <p:spPr>
          <a:xfrm>
            <a:off x="690750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5" type="body"/>
          </p:nvPr>
        </p:nvSpPr>
        <p:spPr>
          <a:xfrm>
            <a:off x="2435375" y="1842197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6" type="body"/>
          </p:nvPr>
        </p:nvSpPr>
        <p:spPr>
          <a:xfrm>
            <a:off x="467228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7" type="body"/>
          </p:nvPr>
        </p:nvSpPr>
        <p:spPr>
          <a:xfrm>
            <a:off x="690793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8" type="body"/>
          </p:nvPr>
        </p:nvSpPr>
        <p:spPr>
          <a:xfrm>
            <a:off x="2435813" y="4282522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11"/>
          <p:cNvSpPr/>
          <p:nvPr>
            <p:ph idx="9" type="pic"/>
          </p:nvPr>
        </p:nvSpPr>
        <p:spPr>
          <a:xfrm>
            <a:off x="4671488" y="198000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90" name="Google Shape;90;p11"/>
          <p:cNvSpPr/>
          <p:nvPr>
            <p:ph idx="13" type="pic"/>
          </p:nvPr>
        </p:nvSpPr>
        <p:spPr>
          <a:xfrm>
            <a:off x="6907550" y="198000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91" name="Google Shape;91;p11"/>
          <p:cNvSpPr/>
          <p:nvPr>
            <p:ph idx="14" type="pic"/>
          </p:nvPr>
        </p:nvSpPr>
        <p:spPr>
          <a:xfrm>
            <a:off x="2435425" y="203055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92" name="Google Shape;92;p11"/>
          <p:cNvSpPr/>
          <p:nvPr>
            <p:ph idx="15" type="pic"/>
          </p:nvPr>
        </p:nvSpPr>
        <p:spPr>
          <a:xfrm>
            <a:off x="4672338" y="2571746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/>
          <p:nvPr>
            <p:ph idx="16" type="pic"/>
          </p:nvPr>
        </p:nvSpPr>
        <p:spPr>
          <a:xfrm>
            <a:off x="6907988" y="2571746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94" name="Google Shape;94;p11"/>
          <p:cNvSpPr/>
          <p:nvPr>
            <p:ph idx="17" type="pic"/>
          </p:nvPr>
        </p:nvSpPr>
        <p:spPr>
          <a:xfrm>
            <a:off x="2435863" y="2576801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H - Texte &amp; Image / Fond Clair 8">
  <p:cSld name="TITLE_AND_BODY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2" type="body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0" name="Google Shape;100;p12"/>
          <p:cNvSpPr txBox="1"/>
          <p:nvPr>
            <p:ph idx="3" type="body"/>
          </p:nvPr>
        </p:nvSpPr>
        <p:spPr>
          <a:xfrm>
            <a:off x="3179875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4" type="body"/>
          </p:nvPr>
        </p:nvSpPr>
        <p:spPr>
          <a:xfrm>
            <a:off x="467095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5" type="body"/>
          </p:nvPr>
        </p:nvSpPr>
        <p:spPr>
          <a:xfrm>
            <a:off x="765300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12"/>
          <p:cNvSpPr txBox="1"/>
          <p:nvPr>
            <p:ph idx="6" type="body"/>
          </p:nvPr>
        </p:nvSpPr>
        <p:spPr>
          <a:xfrm>
            <a:off x="6162000" y="3031325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2"/>
          <p:cNvSpPr/>
          <p:nvPr>
            <p:ph idx="7" type="pic"/>
          </p:nvPr>
        </p:nvSpPr>
        <p:spPr>
          <a:xfrm>
            <a:off x="3179925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05" name="Google Shape;105;p12"/>
          <p:cNvSpPr/>
          <p:nvPr>
            <p:ph idx="8" type="pic"/>
          </p:nvPr>
        </p:nvSpPr>
        <p:spPr>
          <a:xfrm>
            <a:off x="4671000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06" name="Google Shape;106;p12"/>
          <p:cNvSpPr/>
          <p:nvPr>
            <p:ph idx="9" type="pic"/>
          </p:nvPr>
        </p:nvSpPr>
        <p:spPr>
          <a:xfrm>
            <a:off x="7653050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07" name="Google Shape;107;p12"/>
          <p:cNvSpPr/>
          <p:nvPr>
            <p:ph idx="13" type="pic"/>
          </p:nvPr>
        </p:nvSpPr>
        <p:spPr>
          <a:xfrm>
            <a:off x="6162050" y="197998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I - Texte &amp; Image / Fond Clair 9">
  <p:cSld name="TITLE_AND_BODY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body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3" type="body"/>
          </p:nvPr>
        </p:nvSpPr>
        <p:spPr>
          <a:xfrm>
            <a:off x="3179875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4" type="body"/>
          </p:nvPr>
        </p:nvSpPr>
        <p:spPr>
          <a:xfrm>
            <a:off x="4670950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5" type="body"/>
          </p:nvPr>
        </p:nvSpPr>
        <p:spPr>
          <a:xfrm>
            <a:off x="6162000" y="1668445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6" type="body"/>
          </p:nvPr>
        </p:nvSpPr>
        <p:spPr>
          <a:xfrm>
            <a:off x="3179875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7" type="body"/>
          </p:nvPr>
        </p:nvSpPr>
        <p:spPr>
          <a:xfrm>
            <a:off x="467095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8" type="body"/>
          </p:nvPr>
        </p:nvSpPr>
        <p:spPr>
          <a:xfrm>
            <a:off x="6162000" y="4035670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9" type="body"/>
          </p:nvPr>
        </p:nvSpPr>
        <p:spPr>
          <a:xfrm>
            <a:off x="7653000" y="1668453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13" type="body"/>
          </p:nvPr>
        </p:nvSpPr>
        <p:spPr>
          <a:xfrm>
            <a:off x="765300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398500" y="4766025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1" name="Google Shape;121;p13"/>
          <p:cNvSpPr/>
          <p:nvPr>
            <p:ph idx="14" type="pic"/>
          </p:nvPr>
        </p:nvSpPr>
        <p:spPr>
          <a:xfrm>
            <a:off x="3179925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2" name="Google Shape;122;p13"/>
          <p:cNvSpPr/>
          <p:nvPr>
            <p:ph idx="15" type="pic"/>
          </p:nvPr>
        </p:nvSpPr>
        <p:spPr>
          <a:xfrm>
            <a:off x="4671000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3" name="Google Shape;123;p13"/>
          <p:cNvSpPr/>
          <p:nvPr>
            <p:ph idx="16" type="pic"/>
          </p:nvPr>
        </p:nvSpPr>
        <p:spPr>
          <a:xfrm>
            <a:off x="6162050" y="20452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4" name="Google Shape;124;p13"/>
          <p:cNvSpPr/>
          <p:nvPr>
            <p:ph idx="17" type="pic"/>
          </p:nvPr>
        </p:nvSpPr>
        <p:spPr>
          <a:xfrm>
            <a:off x="3179925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5" name="Google Shape;125;p13"/>
          <p:cNvSpPr/>
          <p:nvPr>
            <p:ph idx="18" type="pic"/>
          </p:nvPr>
        </p:nvSpPr>
        <p:spPr>
          <a:xfrm>
            <a:off x="4671000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6" name="Google Shape;126;p13"/>
          <p:cNvSpPr/>
          <p:nvPr>
            <p:ph idx="19" type="pic"/>
          </p:nvPr>
        </p:nvSpPr>
        <p:spPr>
          <a:xfrm>
            <a:off x="6162050" y="257174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7" name="Google Shape;127;p13"/>
          <p:cNvSpPr/>
          <p:nvPr>
            <p:ph idx="20" type="pic"/>
          </p:nvPr>
        </p:nvSpPr>
        <p:spPr>
          <a:xfrm>
            <a:off x="7653050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128" name="Google Shape;128;p13"/>
          <p:cNvSpPr/>
          <p:nvPr>
            <p:ph idx="21" type="pic"/>
          </p:nvPr>
        </p:nvSpPr>
        <p:spPr>
          <a:xfrm>
            <a:off x="7653050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J - Texte &amp; Image / Fond Clair 10">
  <p:cSld name="TITLE_AND_BODY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4"/>
          <p:cNvSpPr txBox="1"/>
          <p:nvPr>
            <p:ph idx="2" type="body"/>
          </p:nvPr>
        </p:nvSpPr>
        <p:spPr>
          <a:xfrm>
            <a:off x="197925" y="730775"/>
            <a:ext cx="4275000" cy="4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4" name="Google Shape;134;p14"/>
          <p:cNvSpPr/>
          <p:nvPr>
            <p:ph idx="3" type="pic"/>
          </p:nvPr>
        </p:nvSpPr>
        <p:spPr>
          <a:xfrm>
            <a:off x="4671000" y="730775"/>
            <a:ext cx="4275000" cy="40167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K - Texte / Fond Clair 11">
  <p:cSld name="TITLE_AND_BODY_1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5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8" name="Google Shape;138;p15"/>
          <p:cNvSpPr txBox="1"/>
          <p:nvPr>
            <p:ph idx="1" type="body"/>
          </p:nvPr>
        </p:nvSpPr>
        <p:spPr>
          <a:xfrm>
            <a:off x="197925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2" type="body"/>
          </p:nvPr>
        </p:nvSpPr>
        <p:spPr>
          <a:xfrm>
            <a:off x="3179963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3" type="body"/>
          </p:nvPr>
        </p:nvSpPr>
        <p:spPr>
          <a:xfrm>
            <a:off x="6162000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4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L - Texte &amp; Image / Fond Clair 12">
  <p:cSld name="TITLE_AND_BODY_1_1_1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5" name="Google Shape;145;p16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2" type="body"/>
          </p:nvPr>
        </p:nvSpPr>
        <p:spPr>
          <a:xfrm>
            <a:off x="19792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7" name="Google Shape;147;p16"/>
          <p:cNvSpPr txBox="1"/>
          <p:nvPr>
            <p:ph idx="3" type="body"/>
          </p:nvPr>
        </p:nvSpPr>
        <p:spPr>
          <a:xfrm>
            <a:off x="243445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4" type="body"/>
          </p:nvPr>
        </p:nvSpPr>
        <p:spPr>
          <a:xfrm>
            <a:off x="467097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5" type="body"/>
          </p:nvPr>
        </p:nvSpPr>
        <p:spPr>
          <a:xfrm>
            <a:off x="690750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0" name="Google Shape;150;p16"/>
          <p:cNvSpPr/>
          <p:nvPr>
            <p:ph idx="6" type="pic"/>
          </p:nvPr>
        </p:nvSpPr>
        <p:spPr>
          <a:xfrm>
            <a:off x="197925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151" name="Google Shape;151;p16"/>
          <p:cNvSpPr/>
          <p:nvPr>
            <p:ph idx="7" type="pic"/>
          </p:nvPr>
        </p:nvSpPr>
        <p:spPr>
          <a:xfrm>
            <a:off x="2434450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152" name="Google Shape;152;p16"/>
          <p:cNvSpPr/>
          <p:nvPr>
            <p:ph idx="8" type="pic"/>
          </p:nvPr>
        </p:nvSpPr>
        <p:spPr>
          <a:xfrm>
            <a:off x="4670975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153" name="Google Shape;153;p16"/>
          <p:cNvSpPr/>
          <p:nvPr>
            <p:ph idx="9" type="pic"/>
          </p:nvPr>
        </p:nvSpPr>
        <p:spPr>
          <a:xfrm>
            <a:off x="6907500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M - Texte &amp; Image / Fond Clair 13">
  <p:cSld name="TITLE_AND_BODY_1_1_1_1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7" name="Google Shape;157;p17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2" type="body"/>
          </p:nvPr>
        </p:nvSpPr>
        <p:spPr>
          <a:xfrm>
            <a:off x="943350" y="2571750"/>
            <a:ext cx="72573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17"/>
          <p:cNvSpPr/>
          <p:nvPr>
            <p:ph idx="3" type="pic"/>
          </p:nvPr>
        </p:nvSpPr>
        <p:spPr>
          <a:xfrm>
            <a:off x="943350" y="700500"/>
            <a:ext cx="72573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N - Texte / Fond Clair 14">
  <p:cSld name="TITLE_AND_BODY_1_1_1_1_1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3" name="Google Shape;163;p18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2" type="body"/>
          </p:nvPr>
        </p:nvSpPr>
        <p:spPr>
          <a:xfrm>
            <a:off x="197925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5" name="Google Shape;165;p18"/>
          <p:cNvSpPr txBox="1"/>
          <p:nvPr>
            <p:ph idx="3" type="body"/>
          </p:nvPr>
        </p:nvSpPr>
        <p:spPr>
          <a:xfrm>
            <a:off x="4671000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18"/>
          <p:cNvSpPr txBox="1"/>
          <p:nvPr>
            <p:ph idx="4" type="body"/>
          </p:nvPr>
        </p:nvSpPr>
        <p:spPr>
          <a:xfrm>
            <a:off x="4671000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18"/>
          <p:cNvSpPr txBox="1"/>
          <p:nvPr>
            <p:ph idx="5" type="body"/>
          </p:nvPr>
        </p:nvSpPr>
        <p:spPr>
          <a:xfrm>
            <a:off x="197925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O - Vide / Fond Clair">
  <p:cSld name="TITLE_AND_BODY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F - Titre et Image / Fond Blanc">
  <p:cSld name="TITLE_AND_TWO_COLUMNS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idx="1" type="subTitle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0"/>
          <p:cNvSpPr/>
          <p:nvPr>
            <p:ph idx="2" type="pic"/>
          </p:nvPr>
        </p:nvSpPr>
        <p:spPr>
          <a:xfrm>
            <a:off x="198000" y="600075"/>
            <a:ext cx="8748000" cy="4028700"/>
          </a:xfrm>
          <a:prstGeom prst="roundRect">
            <a:avLst>
              <a:gd fmla="val 191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A - Titre seul / Fond Navy">
  <p:cSld name="TITLE_AND_TWO_COLUMNS_3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9" name="Google Shape;17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D - Titre et Image / Fond Navy">
  <p:cSld name="TITLE_AND_TWO_COLUMNS_3_1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2" name="Google Shape;182;p22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3" name="Google Shape;18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/>
          <p:nvPr>
            <p:ph idx="2" type="pic"/>
          </p:nvPr>
        </p:nvSpPr>
        <p:spPr>
          <a:xfrm>
            <a:off x="198000" y="600075"/>
            <a:ext cx="8748000" cy="4028700"/>
          </a:xfrm>
          <a:prstGeom prst="roundRect">
            <a:avLst>
              <a:gd fmla="val 191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B - Titre seul / Fond Grey">
  <p:cSld name="TITLE_AND_TWO_COLUMNS_2">
    <p:bg>
      <p:bgPr>
        <a:solidFill>
          <a:schemeClr val="accen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8" name="Google Shape;188;p23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C - Titre Seul / Fond Blanc">
  <p:cSld name="TITLE_AND_TWO_COLUMNS_2_2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2" name="Google Shape;192;p24"/>
          <p:cNvSpPr txBox="1"/>
          <p:nvPr>
            <p:ph idx="1" type="subTitle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E - Titre et Image / Fond Grey">
  <p:cSld name="TITLE_AND_TWO_COLUMNS_2_1">
    <p:bg>
      <p:bgPr>
        <a:solidFill>
          <a:schemeClr val="accen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6" name="Google Shape;196;p25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5"/>
          <p:cNvSpPr/>
          <p:nvPr>
            <p:ph idx="2" type="pic"/>
          </p:nvPr>
        </p:nvSpPr>
        <p:spPr>
          <a:xfrm>
            <a:off x="198000" y="600075"/>
            <a:ext cx="8748000" cy="4028700"/>
          </a:xfrm>
          <a:prstGeom prst="roundRect">
            <a:avLst>
              <a:gd fmla="val 191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A - Texte &amp; Image / Fond Grey 1">
  <p:cSld name="TITLE_AND_TWO_COLUMNS_1">
    <p:bg>
      <p:bgPr>
        <a:solidFill>
          <a:schemeClr val="accen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1" name="Google Shape;201;p26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6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26"/>
          <p:cNvSpPr/>
          <p:nvPr>
            <p:ph idx="3" type="pic"/>
          </p:nvPr>
        </p:nvSpPr>
        <p:spPr>
          <a:xfrm>
            <a:off x="3180000" y="198000"/>
            <a:ext cx="5766000" cy="45495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B - Texte &amp; Image / Fond Grey 2">
  <p:cSld name="TITLE_AND_TWO_COLUMNS_1_4">
    <p:bg>
      <p:bgPr>
        <a:solidFill>
          <a:schemeClr val="accen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27"/>
          <p:cNvSpPr/>
          <p:nvPr>
            <p:ph idx="3" type="pic"/>
          </p:nvPr>
        </p:nvSpPr>
        <p:spPr>
          <a:xfrm>
            <a:off x="3180000" y="198000"/>
            <a:ext cx="5766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210" name="Google Shape;210;p27"/>
          <p:cNvSpPr txBox="1"/>
          <p:nvPr>
            <p:ph idx="4" type="body"/>
          </p:nvPr>
        </p:nvSpPr>
        <p:spPr>
          <a:xfrm>
            <a:off x="3180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5" type="body"/>
          </p:nvPr>
        </p:nvSpPr>
        <p:spPr>
          <a:xfrm>
            <a:off x="6162000" y="2571900"/>
            <a:ext cx="2784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C - Texte &amp; Image / Fond Grey 3">
  <p:cSld name="TITLE_AND_TWO_COLUMNS_1_4_2">
    <p:bg>
      <p:bgPr>
        <a:solidFill>
          <a:schemeClr val="accen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5" name="Google Shape;215;p28"/>
          <p:cNvSpPr txBox="1"/>
          <p:nvPr>
            <p:ph idx="1" type="subTitle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6" name="Google Shape;216;p28" title="Laptop Mockup.png"/>
          <p:cNvPicPr preferRelativeResize="0"/>
          <p:nvPr/>
        </p:nvPicPr>
        <p:blipFill rotWithShape="1">
          <a:blip r:embed="rId3">
            <a:alphaModFix/>
          </a:blip>
          <a:srcRect b="8139" l="0" r="0" t="0"/>
          <a:stretch/>
        </p:blipFill>
        <p:spPr>
          <a:xfrm>
            <a:off x="1208600" y="928126"/>
            <a:ext cx="6726799" cy="4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1830500" y="1111250"/>
            <a:ext cx="5412300" cy="352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/>
          <p:nvPr>
            <p:ph idx="2" type="pic"/>
          </p:nvPr>
        </p:nvSpPr>
        <p:spPr>
          <a:xfrm>
            <a:off x="1821475" y="1101825"/>
            <a:ext cx="5404500" cy="3531000"/>
          </a:xfrm>
          <a:prstGeom prst="roundRect">
            <a:avLst>
              <a:gd fmla="val 178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D - Texte &amp; Image / Fond Grey 4">
  <p:cSld name="TITLE_AND_TWO_COLUMNS_1_4_1">
    <p:bg>
      <p:bgPr>
        <a:solidFill>
          <a:schemeClr val="accen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9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2" name="Google Shape;222;p29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9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4" name="Google Shape;224;p29"/>
          <p:cNvSpPr/>
          <p:nvPr>
            <p:ph idx="3" type="pic"/>
          </p:nvPr>
        </p:nvSpPr>
        <p:spPr>
          <a:xfrm>
            <a:off x="3180000" y="198000"/>
            <a:ext cx="2784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4" type="body"/>
          </p:nvPr>
        </p:nvSpPr>
        <p:spPr>
          <a:xfrm>
            <a:off x="3180000" y="2571900"/>
            <a:ext cx="57660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6" name="Google Shape;226;p29"/>
          <p:cNvSpPr/>
          <p:nvPr>
            <p:ph idx="5" type="pic"/>
          </p:nvPr>
        </p:nvSpPr>
        <p:spPr>
          <a:xfrm>
            <a:off x="6162000" y="198000"/>
            <a:ext cx="2784000" cy="21756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E - Texte &amp; Image / Fond Grey 5">
  <p:cSld name="TITLE_AND_TWO_COLUMNS_1_4_1_1">
    <p:bg>
      <p:bgPr>
        <a:solidFill>
          <a:schemeClr val="accen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0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idx="2" type="body"/>
          </p:nvPr>
        </p:nvSpPr>
        <p:spPr>
          <a:xfrm>
            <a:off x="198000" y="878400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3" type="body"/>
          </p:nvPr>
        </p:nvSpPr>
        <p:spPr>
          <a:xfrm>
            <a:off x="4671000" y="198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4" type="body"/>
          </p:nvPr>
        </p:nvSpPr>
        <p:spPr>
          <a:xfrm>
            <a:off x="3180000" y="17805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5" type="body"/>
          </p:nvPr>
        </p:nvSpPr>
        <p:spPr>
          <a:xfrm>
            <a:off x="4671000" y="3363000"/>
            <a:ext cx="42750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5" name="Google Shape;235;p30"/>
          <p:cNvSpPr/>
          <p:nvPr>
            <p:ph idx="6" type="pic"/>
          </p:nvPr>
        </p:nvSpPr>
        <p:spPr>
          <a:xfrm>
            <a:off x="3180000" y="3362975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7" type="pic"/>
          </p:nvPr>
        </p:nvSpPr>
        <p:spPr>
          <a:xfrm>
            <a:off x="7653000" y="1780500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  <p:sp>
        <p:nvSpPr>
          <p:cNvPr id="237" name="Google Shape;237;p30"/>
          <p:cNvSpPr/>
          <p:nvPr>
            <p:ph idx="8" type="pic"/>
          </p:nvPr>
        </p:nvSpPr>
        <p:spPr>
          <a:xfrm>
            <a:off x="3180000" y="198025"/>
            <a:ext cx="1293300" cy="1384500"/>
          </a:xfrm>
          <a:prstGeom prst="roundRect">
            <a:avLst>
              <a:gd fmla="val 827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F - Texte &amp; Image / Fond Grey 6">
  <p:cSld name="TITLE_AND_TWO_COLUMNS_1_4_1_1_1">
    <p:bg>
      <p:bgPr>
        <a:solidFill>
          <a:schemeClr val="accen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1" name="Google Shape;241;p31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2" type="body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3" type="body"/>
          </p:nvPr>
        </p:nvSpPr>
        <p:spPr>
          <a:xfrm>
            <a:off x="467185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4" name="Google Shape;244;p31"/>
          <p:cNvSpPr txBox="1"/>
          <p:nvPr>
            <p:ph idx="4" type="body"/>
          </p:nvPr>
        </p:nvSpPr>
        <p:spPr>
          <a:xfrm>
            <a:off x="6907500" y="3458675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5" type="body"/>
          </p:nvPr>
        </p:nvSpPr>
        <p:spPr>
          <a:xfrm>
            <a:off x="2435375" y="3465529"/>
            <a:ext cx="2037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6" name="Google Shape;246;p31"/>
          <p:cNvSpPr/>
          <p:nvPr>
            <p:ph idx="6" type="pic"/>
          </p:nvPr>
        </p:nvSpPr>
        <p:spPr>
          <a:xfrm>
            <a:off x="2435425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  <p:sp>
        <p:nvSpPr>
          <p:cNvPr id="247" name="Google Shape;247;p31"/>
          <p:cNvSpPr/>
          <p:nvPr>
            <p:ph idx="7" type="pic"/>
          </p:nvPr>
        </p:nvSpPr>
        <p:spPr>
          <a:xfrm>
            <a:off x="4671463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  <p:sp>
        <p:nvSpPr>
          <p:cNvPr id="248" name="Google Shape;248;p31"/>
          <p:cNvSpPr/>
          <p:nvPr>
            <p:ph idx="8" type="pic"/>
          </p:nvPr>
        </p:nvSpPr>
        <p:spPr>
          <a:xfrm>
            <a:off x="6907500" y="198000"/>
            <a:ext cx="2037600" cy="3144900"/>
          </a:xfrm>
          <a:prstGeom prst="roundRect">
            <a:avLst>
              <a:gd fmla="val 527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G - Texte &amp; Image / Fond Grey 7">
  <p:cSld name="TITLE_AND_TWO_COLUMNS_1_4_1_1_1_1">
    <p:bg>
      <p:bgPr>
        <a:solidFill>
          <a:schemeClr val="accen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2"/>
          <p:cNvSpPr txBox="1"/>
          <p:nvPr>
            <p:ph idx="2" type="body"/>
          </p:nvPr>
        </p:nvSpPr>
        <p:spPr>
          <a:xfrm>
            <a:off x="198000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body"/>
          </p:nvPr>
        </p:nvSpPr>
        <p:spPr>
          <a:xfrm>
            <a:off x="467185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body"/>
          </p:nvPr>
        </p:nvSpPr>
        <p:spPr>
          <a:xfrm>
            <a:off x="6907500" y="1839900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body"/>
          </p:nvPr>
        </p:nvSpPr>
        <p:spPr>
          <a:xfrm>
            <a:off x="2435375" y="1842197"/>
            <a:ext cx="2037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body"/>
          </p:nvPr>
        </p:nvSpPr>
        <p:spPr>
          <a:xfrm>
            <a:off x="467228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7" type="body"/>
          </p:nvPr>
        </p:nvSpPr>
        <p:spPr>
          <a:xfrm>
            <a:off x="6907938" y="4279271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9" name="Google Shape;259;p32"/>
          <p:cNvSpPr txBox="1"/>
          <p:nvPr>
            <p:ph idx="8" type="body"/>
          </p:nvPr>
        </p:nvSpPr>
        <p:spPr>
          <a:xfrm>
            <a:off x="2435813" y="4282522"/>
            <a:ext cx="2037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0" name="Google Shape;260;p32"/>
          <p:cNvSpPr/>
          <p:nvPr>
            <p:ph idx="9" type="pic"/>
          </p:nvPr>
        </p:nvSpPr>
        <p:spPr>
          <a:xfrm>
            <a:off x="4671488" y="198000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61" name="Google Shape;261;p32"/>
          <p:cNvSpPr/>
          <p:nvPr>
            <p:ph idx="13" type="pic"/>
          </p:nvPr>
        </p:nvSpPr>
        <p:spPr>
          <a:xfrm>
            <a:off x="6907550" y="198000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62" name="Google Shape;262;p32"/>
          <p:cNvSpPr/>
          <p:nvPr>
            <p:ph idx="14" type="pic"/>
          </p:nvPr>
        </p:nvSpPr>
        <p:spPr>
          <a:xfrm>
            <a:off x="2435425" y="203055"/>
            <a:ext cx="2037600" cy="1584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63" name="Google Shape;263;p32"/>
          <p:cNvSpPr/>
          <p:nvPr>
            <p:ph idx="15" type="pic"/>
          </p:nvPr>
        </p:nvSpPr>
        <p:spPr>
          <a:xfrm>
            <a:off x="4672338" y="2571746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64" name="Google Shape;264;p32"/>
          <p:cNvSpPr/>
          <p:nvPr>
            <p:ph idx="16" type="pic"/>
          </p:nvPr>
        </p:nvSpPr>
        <p:spPr>
          <a:xfrm>
            <a:off x="6907988" y="2571746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65" name="Google Shape;265;p32"/>
          <p:cNvSpPr/>
          <p:nvPr>
            <p:ph idx="17" type="pic"/>
          </p:nvPr>
        </p:nvSpPr>
        <p:spPr>
          <a:xfrm>
            <a:off x="2435863" y="2576801"/>
            <a:ext cx="2037600" cy="15789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H - Texte &amp; Image / Fond Grey 8">
  <p:cSld name="TITLE_AND_TWO_COLUMNS_1_4_1_1_1_1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33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3"/>
          <p:cNvSpPr txBox="1"/>
          <p:nvPr>
            <p:ph idx="2" type="body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3" type="body"/>
          </p:nvPr>
        </p:nvSpPr>
        <p:spPr>
          <a:xfrm>
            <a:off x="3179875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4" type="body"/>
          </p:nvPr>
        </p:nvSpPr>
        <p:spPr>
          <a:xfrm>
            <a:off x="467095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5" type="body"/>
          </p:nvPr>
        </p:nvSpPr>
        <p:spPr>
          <a:xfrm>
            <a:off x="7653000" y="3031342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6" type="body"/>
          </p:nvPr>
        </p:nvSpPr>
        <p:spPr>
          <a:xfrm>
            <a:off x="6162000" y="3031325"/>
            <a:ext cx="1292100" cy="16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5" name="Google Shape;275;p33"/>
          <p:cNvSpPr/>
          <p:nvPr>
            <p:ph idx="7" type="pic"/>
          </p:nvPr>
        </p:nvSpPr>
        <p:spPr>
          <a:xfrm>
            <a:off x="3179925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76" name="Google Shape;276;p33"/>
          <p:cNvSpPr/>
          <p:nvPr>
            <p:ph idx="8" type="pic"/>
          </p:nvPr>
        </p:nvSpPr>
        <p:spPr>
          <a:xfrm>
            <a:off x="4671000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77" name="Google Shape;277;p33"/>
          <p:cNvSpPr/>
          <p:nvPr>
            <p:ph idx="9" type="pic"/>
          </p:nvPr>
        </p:nvSpPr>
        <p:spPr>
          <a:xfrm>
            <a:off x="7653050" y="198009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78" name="Google Shape;278;p33"/>
          <p:cNvSpPr/>
          <p:nvPr>
            <p:ph idx="13" type="pic"/>
          </p:nvPr>
        </p:nvSpPr>
        <p:spPr>
          <a:xfrm>
            <a:off x="6162050" y="197998"/>
            <a:ext cx="1292100" cy="26670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I - Texte &amp; Image / Fond Grey 9">
  <p:cSld name="TITLE_AND_TWO_COLUMNS_1_4_1_1_1_1_1_1">
    <p:bg>
      <p:bgPr>
        <a:solidFill>
          <a:schemeClr val="accen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4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82" name="Google Shape;282;p34"/>
          <p:cNvSpPr txBox="1"/>
          <p:nvPr>
            <p:ph idx="1" type="subTitle"/>
          </p:nvPr>
        </p:nvSpPr>
        <p:spPr>
          <a:xfrm>
            <a:off x="198000" y="198000"/>
            <a:ext cx="2038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2" type="body"/>
          </p:nvPr>
        </p:nvSpPr>
        <p:spPr>
          <a:xfrm>
            <a:off x="197925" y="968775"/>
            <a:ext cx="20385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3" type="body"/>
          </p:nvPr>
        </p:nvSpPr>
        <p:spPr>
          <a:xfrm>
            <a:off x="3179875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5" name="Google Shape;285;p34"/>
          <p:cNvSpPr txBox="1"/>
          <p:nvPr>
            <p:ph idx="4" type="body"/>
          </p:nvPr>
        </p:nvSpPr>
        <p:spPr>
          <a:xfrm>
            <a:off x="4670950" y="1668454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5" type="body"/>
          </p:nvPr>
        </p:nvSpPr>
        <p:spPr>
          <a:xfrm>
            <a:off x="6162000" y="1668445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7" name="Google Shape;287;p34"/>
          <p:cNvSpPr txBox="1"/>
          <p:nvPr>
            <p:ph idx="6" type="body"/>
          </p:nvPr>
        </p:nvSpPr>
        <p:spPr>
          <a:xfrm>
            <a:off x="3179875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7" type="body"/>
          </p:nvPr>
        </p:nvSpPr>
        <p:spPr>
          <a:xfrm>
            <a:off x="467095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8" type="body"/>
          </p:nvPr>
        </p:nvSpPr>
        <p:spPr>
          <a:xfrm>
            <a:off x="6162000" y="4035670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9" type="body"/>
          </p:nvPr>
        </p:nvSpPr>
        <p:spPr>
          <a:xfrm>
            <a:off x="7653000" y="1668453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13" type="body"/>
          </p:nvPr>
        </p:nvSpPr>
        <p:spPr>
          <a:xfrm>
            <a:off x="7653000" y="4035678"/>
            <a:ext cx="129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2" name="Google Shape;292;p34"/>
          <p:cNvSpPr/>
          <p:nvPr>
            <p:ph idx="14" type="pic"/>
          </p:nvPr>
        </p:nvSpPr>
        <p:spPr>
          <a:xfrm>
            <a:off x="3179925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3" name="Google Shape;293;p34"/>
          <p:cNvSpPr/>
          <p:nvPr>
            <p:ph idx="15" type="pic"/>
          </p:nvPr>
        </p:nvSpPr>
        <p:spPr>
          <a:xfrm>
            <a:off x="4671000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4" name="Google Shape;294;p34"/>
          <p:cNvSpPr/>
          <p:nvPr>
            <p:ph idx="16" type="pic"/>
          </p:nvPr>
        </p:nvSpPr>
        <p:spPr>
          <a:xfrm>
            <a:off x="6162050" y="20452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5" name="Google Shape;295;p34"/>
          <p:cNvSpPr/>
          <p:nvPr>
            <p:ph idx="17" type="pic"/>
          </p:nvPr>
        </p:nvSpPr>
        <p:spPr>
          <a:xfrm>
            <a:off x="3179925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6" name="Google Shape;296;p34"/>
          <p:cNvSpPr/>
          <p:nvPr>
            <p:ph idx="18" type="pic"/>
          </p:nvPr>
        </p:nvSpPr>
        <p:spPr>
          <a:xfrm>
            <a:off x="4671000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7" name="Google Shape;297;p34"/>
          <p:cNvSpPr/>
          <p:nvPr>
            <p:ph idx="19" type="pic"/>
          </p:nvPr>
        </p:nvSpPr>
        <p:spPr>
          <a:xfrm>
            <a:off x="6162050" y="257174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8" name="Google Shape;298;p34"/>
          <p:cNvSpPr/>
          <p:nvPr>
            <p:ph idx="20" type="pic"/>
          </p:nvPr>
        </p:nvSpPr>
        <p:spPr>
          <a:xfrm>
            <a:off x="7653050" y="204528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  <p:sp>
        <p:nvSpPr>
          <p:cNvPr id="299" name="Google Shape;299;p34"/>
          <p:cNvSpPr/>
          <p:nvPr>
            <p:ph idx="21" type="pic"/>
          </p:nvPr>
        </p:nvSpPr>
        <p:spPr>
          <a:xfrm>
            <a:off x="7653050" y="2571753"/>
            <a:ext cx="1292100" cy="1292400"/>
          </a:xfrm>
          <a:prstGeom prst="roundRect">
            <a:avLst>
              <a:gd fmla="val 372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J - Texte &amp; Image / Fond Grey 10">
  <p:cSld name="TITLE_AND_TWO_COLUMNS_1_3">
    <p:bg>
      <p:bgPr>
        <a:solidFill>
          <a:schemeClr val="accen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2" name="Google Shape;302;p35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5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4" name="Google Shape;304;p35"/>
          <p:cNvSpPr txBox="1"/>
          <p:nvPr>
            <p:ph idx="2" type="body"/>
          </p:nvPr>
        </p:nvSpPr>
        <p:spPr>
          <a:xfrm>
            <a:off x="197925" y="730775"/>
            <a:ext cx="4275000" cy="4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5" name="Google Shape;305;p35"/>
          <p:cNvSpPr/>
          <p:nvPr>
            <p:ph idx="3" type="pic"/>
          </p:nvPr>
        </p:nvSpPr>
        <p:spPr>
          <a:xfrm>
            <a:off x="4671000" y="730775"/>
            <a:ext cx="4275000" cy="40167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K - Texte / Fond Grey 11">
  <p:cSld name="TITLE_AND_TWO_COLUMNS_1_2">
    <p:bg>
      <p:bgPr>
        <a:solidFill>
          <a:schemeClr val="accen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8" name="Google Shape;308;p3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10" name="Google Shape;310;p36"/>
          <p:cNvSpPr txBox="1"/>
          <p:nvPr>
            <p:ph idx="2" type="body"/>
          </p:nvPr>
        </p:nvSpPr>
        <p:spPr>
          <a:xfrm>
            <a:off x="197925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idx="3" type="body"/>
          </p:nvPr>
        </p:nvSpPr>
        <p:spPr>
          <a:xfrm>
            <a:off x="3179963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36"/>
          <p:cNvSpPr txBox="1"/>
          <p:nvPr>
            <p:ph idx="4" type="body"/>
          </p:nvPr>
        </p:nvSpPr>
        <p:spPr>
          <a:xfrm>
            <a:off x="6162000" y="857250"/>
            <a:ext cx="2784000" cy="3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L - Texte &amp; Image / Fond Grey 12">
  <p:cSld name="TITLE_AND_TWO_COLUMNS_1_2_1">
    <p:bg>
      <p:bgPr>
        <a:solidFill>
          <a:schemeClr val="accen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5" name="Google Shape;315;p37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7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17" name="Google Shape;317;p37"/>
          <p:cNvSpPr txBox="1"/>
          <p:nvPr>
            <p:ph idx="2" type="body"/>
          </p:nvPr>
        </p:nvSpPr>
        <p:spPr>
          <a:xfrm>
            <a:off x="19792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8" name="Google Shape;318;p37"/>
          <p:cNvSpPr txBox="1"/>
          <p:nvPr>
            <p:ph idx="3" type="body"/>
          </p:nvPr>
        </p:nvSpPr>
        <p:spPr>
          <a:xfrm>
            <a:off x="243445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9" name="Google Shape;319;p37"/>
          <p:cNvSpPr txBox="1"/>
          <p:nvPr>
            <p:ph idx="4" type="body"/>
          </p:nvPr>
        </p:nvSpPr>
        <p:spPr>
          <a:xfrm>
            <a:off x="4670975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0" name="Google Shape;320;p37"/>
          <p:cNvSpPr txBox="1"/>
          <p:nvPr>
            <p:ph idx="5" type="body"/>
          </p:nvPr>
        </p:nvSpPr>
        <p:spPr>
          <a:xfrm>
            <a:off x="6907500" y="2571750"/>
            <a:ext cx="20385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37"/>
          <p:cNvSpPr/>
          <p:nvPr>
            <p:ph idx="6" type="pic"/>
          </p:nvPr>
        </p:nvSpPr>
        <p:spPr>
          <a:xfrm>
            <a:off x="197925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322" name="Google Shape;322;p37"/>
          <p:cNvSpPr/>
          <p:nvPr>
            <p:ph idx="7" type="pic"/>
          </p:nvPr>
        </p:nvSpPr>
        <p:spPr>
          <a:xfrm>
            <a:off x="2434450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323" name="Google Shape;323;p37"/>
          <p:cNvSpPr/>
          <p:nvPr>
            <p:ph idx="8" type="pic"/>
          </p:nvPr>
        </p:nvSpPr>
        <p:spPr>
          <a:xfrm>
            <a:off x="4670975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  <p:sp>
        <p:nvSpPr>
          <p:cNvPr id="324" name="Google Shape;324;p37"/>
          <p:cNvSpPr/>
          <p:nvPr>
            <p:ph idx="9" type="pic"/>
          </p:nvPr>
        </p:nvSpPr>
        <p:spPr>
          <a:xfrm>
            <a:off x="6907500" y="700500"/>
            <a:ext cx="20385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M - Texte &amp; Image / Fond Grey 13">
  <p:cSld name="TITLE_AND_TWO_COLUMNS_1_2_1_1">
    <p:bg>
      <p:bgPr>
        <a:solidFill>
          <a:schemeClr val="accen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7" name="Google Shape;327;p38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29" name="Google Shape;329;p38"/>
          <p:cNvSpPr txBox="1"/>
          <p:nvPr>
            <p:ph idx="2" type="body"/>
          </p:nvPr>
        </p:nvSpPr>
        <p:spPr>
          <a:xfrm>
            <a:off x="943350" y="2571750"/>
            <a:ext cx="7257300" cy="18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0" name="Google Shape;330;p38"/>
          <p:cNvSpPr/>
          <p:nvPr>
            <p:ph idx="3" type="pic"/>
          </p:nvPr>
        </p:nvSpPr>
        <p:spPr>
          <a:xfrm>
            <a:off x="943350" y="700500"/>
            <a:ext cx="7257300" cy="1673400"/>
          </a:xfrm>
          <a:prstGeom prst="roundRect">
            <a:avLst>
              <a:gd fmla="val 236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N - Texte / Fond Grey 14">
  <p:cSld name="TITLE_AND_TWO_COLUMNS_1_1">
    <p:bg>
      <p:bgPr>
        <a:solidFill>
          <a:schemeClr val="accen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3" name="Google Shape;333;p39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9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35" name="Google Shape;335;p39"/>
          <p:cNvSpPr txBox="1"/>
          <p:nvPr>
            <p:ph idx="2" type="body"/>
          </p:nvPr>
        </p:nvSpPr>
        <p:spPr>
          <a:xfrm>
            <a:off x="197925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6" name="Google Shape;336;p39"/>
          <p:cNvSpPr txBox="1"/>
          <p:nvPr>
            <p:ph idx="3" type="body"/>
          </p:nvPr>
        </p:nvSpPr>
        <p:spPr>
          <a:xfrm>
            <a:off x="4671000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7" name="Google Shape;337;p39"/>
          <p:cNvSpPr txBox="1"/>
          <p:nvPr>
            <p:ph idx="4" type="body"/>
          </p:nvPr>
        </p:nvSpPr>
        <p:spPr>
          <a:xfrm>
            <a:off x="4671000" y="67020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8" name="Google Shape;338;p39"/>
          <p:cNvSpPr txBox="1"/>
          <p:nvPr>
            <p:ph idx="5" type="body"/>
          </p:nvPr>
        </p:nvSpPr>
        <p:spPr>
          <a:xfrm>
            <a:off x="197925" y="2571750"/>
            <a:ext cx="42750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O - Vide / Fond Grey 15">
  <p:cSld name="TITLE_AND_TWO_COLUMNS_1_1_1">
    <p:bg>
      <p:bgPr>
        <a:solidFill>
          <a:schemeClr val="accen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0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A - Transition avec Photo">
  <p:cSld name="CUSTOM_1_2">
    <p:bg>
      <p:bgPr>
        <a:solidFill>
          <a:schemeClr val="dk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43" name="Google Shape;343;p41"/>
          <p:cNvPicPr preferRelativeResize="0"/>
          <p:nvPr/>
        </p:nvPicPr>
        <p:blipFill rotWithShape="1">
          <a:blip r:embed="rId2">
            <a:alphaModFix/>
          </a:blip>
          <a:srcRect b="4215" l="24199" r="9303" t="0"/>
          <a:stretch/>
        </p:blipFill>
        <p:spPr>
          <a:xfrm>
            <a:off x="4179650" y="187275"/>
            <a:ext cx="4758300" cy="4568400"/>
          </a:xfrm>
          <a:prstGeom prst="roundRect">
            <a:avLst>
              <a:gd fmla="val 2605" name="adj"/>
            </a:avLst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type="title"/>
          </p:nvPr>
        </p:nvSpPr>
        <p:spPr>
          <a:xfrm>
            <a:off x="198000" y="1980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45" name="Google Shape;34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C - Transition avec Photo &amp; Forme">
  <p:cSld name="CUSTOM_1_2_1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 rotWithShape="1">
          <a:blip r:embed="rId2">
            <a:alphaModFix/>
          </a:blip>
          <a:srcRect b="4215" l="24199" r="9303" t="0"/>
          <a:stretch/>
        </p:blipFill>
        <p:spPr>
          <a:xfrm>
            <a:off x="4179650" y="187275"/>
            <a:ext cx="4758300" cy="4568400"/>
          </a:xfrm>
          <a:prstGeom prst="roundRect">
            <a:avLst>
              <a:gd fmla="val 2605" name="adj"/>
            </a:avLst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860175" y="329425"/>
            <a:ext cx="8490126" cy="42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>
            <p:ph type="title"/>
          </p:nvPr>
        </p:nvSpPr>
        <p:spPr>
          <a:xfrm>
            <a:off x="198000" y="1980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○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■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51" name="Google Shape;3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B - Transition avec forme">
  <p:cSld name="CUSTOM_1_1">
    <p:bg>
      <p:bgPr>
        <a:solidFill>
          <a:schemeClr val="dk2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54" name="Google Shape;35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61999" y="2571751"/>
            <a:ext cx="5989426" cy="2963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3"/>
          <p:cNvSpPr txBox="1"/>
          <p:nvPr>
            <p:ph type="title"/>
          </p:nvPr>
        </p:nvSpPr>
        <p:spPr>
          <a:xfrm>
            <a:off x="198000" y="198000"/>
            <a:ext cx="87480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Work Sans Medium"/>
              <a:buChar char="●"/>
              <a:defRPr sz="36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56" name="Google Shape;3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A - Transition / Data &amp; IA">
  <p:cSld name="CUSTOM">
    <p:bg>
      <p:bgPr>
        <a:solidFill>
          <a:schemeClr val="accent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59" name="Google Shape;359;p44"/>
          <p:cNvSpPr txBox="1"/>
          <p:nvPr>
            <p:ph idx="2" type="title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4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987" y="3322434"/>
            <a:ext cx="4778949" cy="23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B - Transition &amp; Image / Data &amp; IA">
  <p:cSld name="CUSTOM_3">
    <p:bg>
      <p:bgPr>
        <a:solidFill>
          <a:schemeClr val="accent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/>
          <p:nvPr>
            <p:ph idx="2" type="pic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5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5" name="Google Shape;365;p45"/>
          <p:cNvSpPr txBox="1"/>
          <p:nvPr>
            <p:ph idx="3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5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15" y="3219518"/>
            <a:ext cx="4625650" cy="227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C - Transition &amp; Texte / Data &amp; IA">
  <p:cSld name="CUSTOM_3_1"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/>
          <p:nvPr/>
        </p:nvSpPr>
        <p:spPr>
          <a:xfrm>
            <a:off x="-57225" y="-86025"/>
            <a:ext cx="5275800" cy="5315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6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1" name="Google Shape;371;p46"/>
          <p:cNvSpPr txBox="1"/>
          <p:nvPr>
            <p:ph idx="2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2" name="Google Shape;372;p46"/>
          <p:cNvSpPr txBox="1"/>
          <p:nvPr>
            <p:ph idx="3" type="title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373" name="Google Shape;373;p4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02026" y="4617290"/>
            <a:ext cx="5951726" cy="29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D - Transition / Digital">
  <p:cSld name="CUSTOM_5">
    <p:bg>
      <p:bgPr>
        <a:solidFill>
          <a:schemeClr val="accent4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8" name="Google Shape;378;p47"/>
          <p:cNvSpPr txBox="1"/>
          <p:nvPr>
            <p:ph idx="2" type="title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79" name="Google Shape;379;p47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0" y="3322429"/>
            <a:ext cx="4778949" cy="23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E - Transition &amp; Image / Digital">
  <p:cSld name="CUSTOM_3_2">
    <p:bg>
      <p:bgPr>
        <a:solidFill>
          <a:schemeClr val="accent4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8"/>
          <p:cNvSpPr/>
          <p:nvPr>
            <p:ph idx="2" type="pic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48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4" name="Google Shape;384;p48"/>
          <p:cNvSpPr txBox="1"/>
          <p:nvPr>
            <p:ph idx="3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85" name="Google Shape;385;p48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25" y="3223499"/>
            <a:ext cx="4625651" cy="226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F - Transition &amp; Texte / Digital">
  <p:cSld name="CUSTOM_3_1_1"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/>
          <p:nvPr/>
        </p:nvSpPr>
        <p:spPr>
          <a:xfrm>
            <a:off x="-64600" y="-56475"/>
            <a:ext cx="5283000" cy="525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9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90" name="Google Shape;390;p49"/>
          <p:cNvSpPr txBox="1"/>
          <p:nvPr>
            <p:ph idx="2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91" name="Google Shape;391;p49"/>
          <p:cNvSpPr txBox="1"/>
          <p:nvPr>
            <p:ph idx="3" type="title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392" name="Google Shape;392;p49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15650" y="4618471"/>
            <a:ext cx="5970801" cy="2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G - Transition / Soft Dev">
  <p:cSld name="CUSTOM_5_1">
    <p:bg>
      <p:bgPr>
        <a:solidFill>
          <a:schemeClr val="accent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/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95" name="Google Shape;395;p50"/>
          <p:cNvSpPr txBox="1"/>
          <p:nvPr>
            <p:ph idx="2" type="title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396" name="Google Shape;396;p50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0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987" y="3322434"/>
            <a:ext cx="4778949" cy="23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H - Transition &amp; Image / Soft Dev">
  <p:cSld name="CUSTOM_3_2_1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/>
          <p:nvPr>
            <p:ph idx="2" type="pic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1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●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○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Work Sans Medium"/>
              <a:buChar char="■"/>
              <a:defRPr sz="36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01" name="Google Shape;401;p51"/>
          <p:cNvSpPr txBox="1"/>
          <p:nvPr>
            <p:ph idx="3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●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○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Work Sans Medium"/>
              <a:buChar char="■"/>
              <a:defRPr sz="2100">
                <a:solidFill>
                  <a:schemeClr val="dk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402" name="Google Shape;402;p51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15" y="3219518"/>
            <a:ext cx="4625650" cy="227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I - Transition &amp; Texte / Soft Dev">
  <p:cSld name="CUSTOM_3_1_1_1"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/>
          <p:nvPr/>
        </p:nvSpPr>
        <p:spPr>
          <a:xfrm>
            <a:off x="-57225" y="-63875"/>
            <a:ext cx="5275800" cy="5271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2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●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○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3600"/>
              <a:buFont typeface="Work Sans Medium"/>
              <a:buChar char="■"/>
              <a:defRPr sz="36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07" name="Google Shape;407;p52"/>
          <p:cNvSpPr txBox="1"/>
          <p:nvPr>
            <p:ph idx="2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●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○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2100"/>
              <a:buFont typeface="Work Sans Medium"/>
              <a:buChar char="■"/>
              <a:defRPr sz="2100">
                <a:solidFill>
                  <a:srgbClr val="1A1A33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08" name="Google Shape;408;p52"/>
          <p:cNvSpPr txBox="1"/>
          <p:nvPr>
            <p:ph idx="3" type="title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409" name="Google Shape;409;p52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2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02026" y="4617290"/>
            <a:ext cx="5951726" cy="29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J - Transition / Cybersecurity">
  <p:cSld name="CUSTOM_5_1_1">
    <p:bg>
      <p:bgPr>
        <a:solidFill>
          <a:schemeClr val="accent5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3"/>
          <p:cNvSpPr txBox="1"/>
          <p:nvPr>
            <p:ph type="title"/>
          </p:nvPr>
        </p:nvSpPr>
        <p:spPr>
          <a:xfrm>
            <a:off x="198000" y="198000"/>
            <a:ext cx="8748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14" name="Google Shape;414;p53"/>
          <p:cNvSpPr txBox="1"/>
          <p:nvPr>
            <p:ph idx="2" type="title"/>
          </p:nvPr>
        </p:nvSpPr>
        <p:spPr>
          <a:xfrm>
            <a:off x="198000" y="2105175"/>
            <a:ext cx="8748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415" name="Google Shape;415;p53" title="Fichier 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000" y="3322429"/>
            <a:ext cx="4778949" cy="23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K - Transition &amp; Image / Cybersecurity">
  <p:cSld name="CUSTOM_3_2_1_1">
    <p:bg>
      <p:bgPr>
        <a:solidFill>
          <a:schemeClr val="accent5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4"/>
          <p:cNvSpPr/>
          <p:nvPr>
            <p:ph idx="2" type="pic"/>
          </p:nvPr>
        </p:nvSpPr>
        <p:spPr>
          <a:xfrm>
            <a:off x="5218500" y="0"/>
            <a:ext cx="3925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54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0" name="Google Shape;420;p54"/>
          <p:cNvSpPr txBox="1"/>
          <p:nvPr>
            <p:ph idx="3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pic>
        <p:nvPicPr>
          <p:cNvPr id="421" name="Google Shape;421;p54" title="Fichier 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62125" y="3223499"/>
            <a:ext cx="4625651" cy="226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L - Transition &amp; Texte / Cybersecurity">
  <p:cSld name="CUSTOM_3_1_1_1_1">
    <p:bg>
      <p:bgPr>
        <a:solidFill>
          <a:schemeClr val="lt1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5"/>
          <p:cNvSpPr/>
          <p:nvPr/>
        </p:nvSpPr>
        <p:spPr>
          <a:xfrm>
            <a:off x="-88300" y="-102500"/>
            <a:ext cx="5306700" cy="534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5"/>
          <p:cNvSpPr txBox="1"/>
          <p:nvPr>
            <p:ph type="title"/>
          </p:nvPr>
        </p:nvSpPr>
        <p:spPr>
          <a:xfrm>
            <a:off x="198000" y="198000"/>
            <a:ext cx="4473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 Medium"/>
              <a:buChar char="●"/>
              <a:defRPr sz="3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●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○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Work Sans Medium"/>
              <a:buChar char="■"/>
              <a:defRPr sz="36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6" name="Google Shape;426;p55"/>
          <p:cNvSpPr txBox="1"/>
          <p:nvPr>
            <p:ph idx="2" type="title"/>
          </p:nvPr>
        </p:nvSpPr>
        <p:spPr>
          <a:xfrm>
            <a:off x="198000" y="2105175"/>
            <a:ext cx="44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ork Sans Medium"/>
              <a:buChar char="●"/>
              <a:defRPr sz="21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●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○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Work Sans Medium"/>
              <a:buChar char="■"/>
              <a:defRPr sz="21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27" name="Google Shape;427;p55"/>
          <p:cNvSpPr txBox="1"/>
          <p:nvPr>
            <p:ph idx="3" type="title"/>
          </p:nvPr>
        </p:nvSpPr>
        <p:spPr>
          <a:xfrm>
            <a:off x="5416500" y="198100"/>
            <a:ext cx="3529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428" name="Google Shape;428;p55" title="Fichier 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715650" y="4618471"/>
            <a:ext cx="5970801" cy="29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C - Texte &amp; Image Fond Clair 3">
  <p:cSld name="CUSTOM_4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6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6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32" name="Google Shape;432;p56"/>
          <p:cNvSpPr txBox="1"/>
          <p:nvPr>
            <p:ph idx="1" type="subTitle"/>
          </p:nvPr>
        </p:nvSpPr>
        <p:spPr>
          <a:xfrm>
            <a:off x="198000" y="198000"/>
            <a:ext cx="8748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Medium"/>
              <a:buNone/>
              <a:defRPr sz="18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3" name="Google Shape;433;p56" title="Laptop Mockup.png"/>
          <p:cNvPicPr preferRelativeResize="0"/>
          <p:nvPr/>
        </p:nvPicPr>
        <p:blipFill rotWithShape="1">
          <a:blip r:embed="rId3">
            <a:alphaModFix/>
          </a:blip>
          <a:srcRect b="8139" l="0" r="0" t="0"/>
          <a:stretch/>
        </p:blipFill>
        <p:spPr>
          <a:xfrm>
            <a:off x="1208600" y="928126"/>
            <a:ext cx="6726799" cy="42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6"/>
          <p:cNvSpPr/>
          <p:nvPr/>
        </p:nvSpPr>
        <p:spPr>
          <a:xfrm>
            <a:off x="1830500" y="1111250"/>
            <a:ext cx="5412300" cy="352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6"/>
          <p:cNvSpPr/>
          <p:nvPr>
            <p:ph idx="2" type="pic"/>
          </p:nvPr>
        </p:nvSpPr>
        <p:spPr>
          <a:xfrm>
            <a:off x="1821475" y="1101825"/>
            <a:ext cx="5404500" cy="3531000"/>
          </a:xfrm>
          <a:prstGeom prst="roundRect">
            <a:avLst>
              <a:gd fmla="val 178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C - Fin">
  <p:cSld name="CUSTOM_6">
    <p:bg>
      <p:bgPr>
        <a:solidFill>
          <a:schemeClr val="dk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928766" y="481824"/>
            <a:ext cx="9144026" cy="452483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7"/>
          <p:cNvSpPr txBox="1"/>
          <p:nvPr/>
        </p:nvSpPr>
        <p:spPr>
          <a:xfrm>
            <a:off x="1802950" y="4747508"/>
            <a:ext cx="20214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FFF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YOUR FUTURE, </a:t>
            </a:r>
            <a:r>
              <a:rPr b="1" lang="fr" sz="9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DECODED.</a:t>
            </a:r>
            <a:endParaRPr b="1" sz="9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39" name="Google Shape;43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5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A - Sommaire uni">
  <p:cSld name="CUSTOM_6_1">
    <p:bg>
      <p:bgPr>
        <a:solidFill>
          <a:schemeClr val="accent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8"/>
          <p:cNvSpPr txBox="1"/>
          <p:nvPr>
            <p:ph idx="12" type="sldNum"/>
          </p:nvPr>
        </p:nvSpPr>
        <p:spPr>
          <a:xfrm>
            <a:off x="8398500" y="4754250"/>
            <a:ext cx="547500" cy="24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600"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442" name="Google Shape;442;p58"/>
          <p:cNvPicPr preferRelativeResize="0"/>
          <p:nvPr/>
        </p:nvPicPr>
        <p:blipFill rotWithShape="1">
          <a:blip r:embed="rId2">
            <a:alphaModFix/>
          </a:blip>
          <a:srcRect b="209" l="0" r="0" t="209"/>
          <a:stretch/>
        </p:blipFill>
        <p:spPr>
          <a:xfrm>
            <a:off x="198000" y="4747499"/>
            <a:ext cx="547501" cy="17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8"/>
          <p:cNvSpPr txBox="1"/>
          <p:nvPr>
            <p:ph type="title"/>
          </p:nvPr>
        </p:nvSpPr>
        <p:spPr>
          <a:xfrm>
            <a:off x="198000" y="198100"/>
            <a:ext cx="2038500" cy="3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●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○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Work Sans Medium"/>
              <a:buChar char="■"/>
              <a:defRPr sz="2100">
                <a:solidFill>
                  <a:schemeClr val="lt2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44" name="Google Shape;444;p58"/>
          <p:cNvSpPr txBox="1"/>
          <p:nvPr>
            <p:ph idx="2" type="title"/>
          </p:nvPr>
        </p:nvSpPr>
        <p:spPr>
          <a:xfrm>
            <a:off x="2434500" y="198100"/>
            <a:ext cx="5475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●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○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 Medium"/>
              <a:buChar char="■"/>
              <a:defRPr sz="12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45" name="Google Shape;445;p58"/>
          <p:cNvSpPr txBox="1"/>
          <p:nvPr>
            <p:ph idx="3" type="title"/>
          </p:nvPr>
        </p:nvSpPr>
        <p:spPr>
          <a:xfrm>
            <a:off x="3180000" y="198100"/>
            <a:ext cx="4275000" cy="45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33"/>
              </a:buClr>
              <a:buSzPts val="1200"/>
              <a:buFont typeface="Inter Medium"/>
              <a:buChar char="●"/>
              <a:defRPr sz="1200">
                <a:solidFill>
                  <a:srgbClr val="1A1A33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●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○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Medium"/>
              <a:buChar char="■"/>
              <a:defRPr sz="1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446" name="Google Shape;446;p58" title="Fichier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501" y="2571740"/>
            <a:ext cx="4892924" cy="240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1">
  <p:cSld name="TITLE_1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49" name="Google Shape;449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0" name="Google Shape;45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">
  <p:cSld name="TITLE_AND_BODY_1_3">
    <p:bg>
      <p:bgPr>
        <a:solidFill>
          <a:srgbClr val="E8E3D4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0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3" name="Google Shape;453;p60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0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5" name="Google Shape;455;p60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456" name="Google Shape;45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0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58" name="Google Shape;458;p60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59" name="Google Shape;459;p60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0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5">
  <p:cSld name="TITLE_AND_BODY_6">
    <p:bg>
      <p:bgPr>
        <a:solidFill>
          <a:srgbClr val="E8E3D4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63" name="Google Shape;463;p61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5" name="Google Shape;465;p61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466" name="Google Shape;466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68" name="Google Shape;468;p61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69" name="Google Shape;469;p61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1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1">
  <p:cSld name="TITLE_AND_BODY_7">
    <p:bg>
      <p:bgPr>
        <a:solidFill>
          <a:srgbClr val="E8E3D4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73" name="Google Shape;473;p62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62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62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476" name="Google Shape;476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2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78" name="Google Shape;478;p62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2">
  <p:cSld name="TITLE_AND_BODY_8">
    <p:bg>
      <p:bgPr>
        <a:solidFill>
          <a:srgbClr val="E8E3D4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3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81" name="Google Shape;481;p63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3" name="Google Shape;483;p63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484" name="Google Shape;484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3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86" name="Google Shape;486;p63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87" name="Google Shape;487;p63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63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3">
  <p:cSld name="TITLE_AND_BODY_9">
    <p:bg>
      <p:bgPr>
        <a:solidFill>
          <a:srgbClr val="E8E3D4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91" name="Google Shape;491;p64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3" name="Google Shape;493;p64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494" name="Google Shape;49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4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96" name="Google Shape;496;p64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97" name="Google Shape;497;p64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4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SECTION_HEADER_2">
    <p:bg>
      <p:bgPr>
        <a:solidFill>
          <a:srgbClr val="E8E3D4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1" name="Google Shape;501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5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5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4">
  <p:cSld name="TITLE_AND_BODY_10">
    <p:bg>
      <p:bgPr>
        <a:solidFill>
          <a:srgbClr val="E8E3D4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6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06" name="Google Shape;506;p66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66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8" name="Google Shape;508;p66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509" name="Google Shape;509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6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11" name="Google Shape;511;p66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512" name="Google Shape;512;p66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6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6">
  <p:cSld name="TITLE_AND_BODY_11">
    <p:bg>
      <p:bgPr>
        <a:solidFill>
          <a:srgbClr val="E8E3D4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7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16" name="Google Shape;516;p67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7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8" name="Google Shape;518;p67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519" name="Google Shape;519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7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21" name="Google Shape;521;p67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522" name="Google Shape;522;p67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67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7">
  <p:cSld name="TITLE_AND_BODY_12">
    <p:bg>
      <p:bgPr>
        <a:solidFill>
          <a:srgbClr val="E8E3D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8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26" name="Google Shape;526;p68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8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8" name="Google Shape;528;p68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529" name="Google Shape;529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8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31" name="Google Shape;531;p68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 1">
  <p:cSld name="SECTION_HEADER_3">
    <p:bg>
      <p:bgPr>
        <a:solidFill>
          <a:srgbClr val="E8E3D4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4" name="Google Shape;534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9"/>
          <p:cNvPicPr preferRelativeResize="0"/>
          <p:nvPr/>
        </p:nvPicPr>
        <p:blipFill rotWithShape="1">
          <a:blip r:embed="rId3">
            <a:alphaModFix/>
          </a:blip>
          <a:srcRect b="0" l="0" r="78350" t="0"/>
          <a:stretch/>
        </p:blipFill>
        <p:spPr>
          <a:xfrm>
            <a:off x="7993025" y="4545189"/>
            <a:ext cx="443326" cy="44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9"/>
          <p:cNvPicPr preferRelativeResize="0"/>
          <p:nvPr/>
        </p:nvPicPr>
        <p:blipFill rotWithShape="1">
          <a:blip r:embed="rId4">
            <a:alphaModFix/>
          </a:blip>
          <a:srcRect b="19463" l="4050" r="78055" t="9114"/>
          <a:stretch/>
        </p:blipFill>
        <p:spPr>
          <a:xfrm>
            <a:off x="7418367" y="4538588"/>
            <a:ext cx="46273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bg>
      <p:bgPr>
        <a:solidFill>
          <a:srgbClr val="E8E3D4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8330" y="403365"/>
            <a:ext cx="1076958" cy="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63" y="4337565"/>
            <a:ext cx="2635477" cy="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579" y="4002409"/>
            <a:ext cx="1076975" cy="67602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0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ière-plan simple" type="blank">
  <p:cSld name="BLANK">
    <p:bg>
      <p:bgPr>
        <a:solidFill>
          <a:srgbClr val="E8E3D4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1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TITRE en annonce 8">
  <p:cSld name="TITLE_AND_BODY_13">
    <p:bg>
      <p:bgPr>
        <a:solidFill>
          <a:srgbClr val="E8E3D4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2"/>
          <p:cNvSpPr txBox="1"/>
          <p:nvPr>
            <p:ph idx="12" type="sldNum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47" name="Google Shape;547;p72"/>
          <p:cNvSpPr txBox="1"/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72"/>
          <p:cNvSpPr txBox="1"/>
          <p:nvPr>
            <p:ph idx="1" type="subTitle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72"/>
          <p:cNvSpPr txBox="1"/>
          <p:nvPr>
            <p:ph idx="2" type="body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pic>
        <p:nvPicPr>
          <p:cNvPr id="550" name="Google Shape;550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2"/>
          <p:cNvSpPr txBox="1"/>
          <p:nvPr>
            <p:ph idx="3" type="body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5275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295275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295275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295275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295275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295275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295275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295275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295275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52" name="Google Shape;552;p72"/>
          <p:cNvSpPr txBox="1"/>
          <p:nvPr>
            <p:ph idx="4" type="subTitle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 2">
  <p:cSld name="SECTION_HEADER_4">
    <p:bg>
      <p:bgPr>
        <a:solidFill>
          <a:srgbClr val="E8E3D4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3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55" name="Google Shape;55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1 1">
  <p:cSld name="TITLE_1_2">
    <p:bg>
      <p:bgPr>
        <a:solidFill>
          <a:srgbClr val="E8E3D4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8330" y="403365"/>
            <a:ext cx="1076958" cy="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63" y="4337565"/>
            <a:ext cx="2635477" cy="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579" y="4002409"/>
            <a:ext cx="1076975" cy="67602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4"/>
          <p:cNvSpPr txBox="1"/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3_1">
  <p:cSld name="TITLE_AND_BODY_13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3" name="Google Shape;563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4" name="Google Shape;564;p7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5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7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67" name="Google Shape;567;p7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7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p7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7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7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7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76" Type="http://schemas.openxmlformats.org/officeDocument/2006/relationships/theme" Target="../theme/theme1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5">
          <p15:clr>
            <a:srgbClr val="E46962"/>
          </p15:clr>
        </p15:guide>
        <p15:guide id="2" pos="470">
          <p15:clr>
            <a:srgbClr val="E46962"/>
          </p15:clr>
        </p15:guide>
        <p15:guide id="3" pos="594">
          <p15:clr>
            <a:srgbClr val="E46962"/>
          </p15:clr>
        </p15:guide>
        <p15:guide id="4" pos="939">
          <p15:clr>
            <a:srgbClr val="E46962"/>
          </p15:clr>
        </p15:guide>
        <p15:guide id="5" pos="1064">
          <p15:clr>
            <a:srgbClr val="E46962"/>
          </p15:clr>
        </p15:guide>
        <p15:guide id="6" pos="1409">
          <p15:clr>
            <a:srgbClr val="E46962"/>
          </p15:clr>
        </p15:guide>
        <p15:guide id="7" pos="1534">
          <p15:clr>
            <a:srgbClr val="E46962"/>
          </p15:clr>
        </p15:guide>
        <p15:guide id="8" pos="1878">
          <p15:clr>
            <a:srgbClr val="E46962"/>
          </p15:clr>
        </p15:guide>
        <p15:guide id="9" pos="2003">
          <p15:clr>
            <a:srgbClr val="E46962"/>
          </p15:clr>
        </p15:guide>
        <p15:guide id="10" pos="2348">
          <p15:clr>
            <a:srgbClr val="E46962"/>
          </p15:clr>
        </p15:guide>
        <p15:guide id="11" pos="2473">
          <p15:clr>
            <a:srgbClr val="E46962"/>
          </p15:clr>
        </p15:guide>
        <p15:guide id="12" pos="2818">
          <p15:clr>
            <a:srgbClr val="E46962"/>
          </p15:clr>
        </p15:guide>
        <p15:guide id="13" pos="2942">
          <p15:clr>
            <a:srgbClr val="E46962"/>
          </p15:clr>
        </p15:guide>
        <p15:guide id="14" pos="3287">
          <p15:clr>
            <a:srgbClr val="E46962"/>
          </p15:clr>
        </p15:guide>
        <p15:guide id="15" pos="3412">
          <p15:clr>
            <a:srgbClr val="E46962"/>
          </p15:clr>
        </p15:guide>
        <p15:guide id="16" pos="3757">
          <p15:clr>
            <a:srgbClr val="E46962"/>
          </p15:clr>
        </p15:guide>
        <p15:guide id="17" pos="3882">
          <p15:clr>
            <a:srgbClr val="E46962"/>
          </p15:clr>
        </p15:guide>
        <p15:guide id="18" pos="4226">
          <p15:clr>
            <a:srgbClr val="E46962"/>
          </p15:clr>
        </p15:guide>
        <p15:guide id="19" pos="4351">
          <p15:clr>
            <a:srgbClr val="E46962"/>
          </p15:clr>
        </p15:guide>
        <p15:guide id="20" pos="4696">
          <p15:clr>
            <a:srgbClr val="E46962"/>
          </p15:clr>
        </p15:guide>
        <p15:guide id="21" pos="4821">
          <p15:clr>
            <a:srgbClr val="E46962"/>
          </p15:clr>
        </p15:guide>
        <p15:guide id="22" pos="5166">
          <p15:clr>
            <a:srgbClr val="E46962"/>
          </p15:clr>
        </p15:guide>
        <p15:guide id="23" pos="5290">
          <p15:clr>
            <a:srgbClr val="E46962"/>
          </p15:clr>
        </p15:guide>
        <p15:guide id="24" pos="5635">
          <p15:clr>
            <a:srgbClr val="E46962"/>
          </p15:clr>
        </p15:guide>
        <p15:guide id="25" orient="horz" pos="125">
          <p15:clr>
            <a:srgbClr val="E46962"/>
          </p15:clr>
        </p15:guide>
        <p15:guide id="26" orient="horz" pos="2991">
          <p15:clr>
            <a:srgbClr val="E46962"/>
          </p15:clr>
        </p15:guide>
        <p15:guide id="27" orient="horz" pos="1495">
          <p15:clr>
            <a:srgbClr val="E46962"/>
          </p15:clr>
        </p15:guide>
        <p15:guide id="28" orient="horz" pos="16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7"/>
          <p:cNvSpPr txBox="1"/>
          <p:nvPr>
            <p:ph idx="1" type="subTitle"/>
          </p:nvPr>
        </p:nvSpPr>
        <p:spPr>
          <a:xfrm>
            <a:off x="198000" y="198000"/>
            <a:ext cx="8748000" cy="4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Work Sans"/>
                <a:ea typeface="Work Sans"/>
                <a:cs typeface="Work Sans"/>
                <a:sym typeface="Work Sans"/>
              </a:rPr>
              <a:t>Priorisation : concentrer l’effort sur les problèmes les plus importants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578" name="Google Shape;578;p77"/>
          <p:cNvGraphicFramePr/>
          <p:nvPr/>
        </p:nvGraphicFramePr>
        <p:xfrm>
          <a:off x="231025" y="8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{11C549A9-F07F-42D2-9063-61CC05E00457}</a:tableStyleId>
              </a:tblPr>
              <a:tblGrid>
                <a:gridCol w="1473850"/>
                <a:gridCol w="1201350"/>
                <a:gridCol w="1201350"/>
                <a:gridCol w="1201350"/>
                <a:gridCol w="1201350"/>
                <a:gridCol w="1201350"/>
                <a:gridCol w="1201350"/>
              </a:tblGrid>
              <a:tr h="741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Formulation fonctionnelle du problème</a:t>
                      </a:r>
                      <a:endParaRPr i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Satisfaction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5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sur la satisfaction utilisateur</a:t>
                      </a:r>
                      <a:endParaRPr sz="5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Valeur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5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Contribution aux objectifs business</a:t>
                      </a:r>
                      <a:endParaRPr sz="5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Efficience interne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5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Gain pour les équipes internes</a:t>
                      </a:r>
                      <a:endParaRPr sz="5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Croissance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5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sur l’acquisition de clients</a:t>
                      </a:r>
                      <a:endParaRPr sz="5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Effort (-)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5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Complexité et ressources nécessaires</a:t>
                      </a:r>
                      <a:endParaRPr sz="5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9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Score de priorisation</a:t>
                      </a:r>
                      <a:endParaRPr b="1" sz="9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8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Amélioration 1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7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Amélioration 2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7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...</a:t>
                      </a:r>
                      <a:endParaRPr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7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9" name="Google Shape;579;p77"/>
          <p:cNvGraphicFramePr/>
          <p:nvPr/>
        </p:nvGraphicFramePr>
        <p:xfrm>
          <a:off x="952500" y="35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{69D340D2-47DD-4B0B-A596-3AE2BF159AEF}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Score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Signification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ucun impact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aible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M</a:t>
                      </a: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oyen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r>
                        <a:rPr lang="fr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ort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ORA">
  <a:themeElements>
    <a:clrScheme name="Simple Light">
      <a:dk1>
        <a:srgbClr val="000000"/>
      </a:dk1>
      <a:lt1>
        <a:srgbClr val="FFFFFF"/>
      </a:lt1>
      <a:dk2>
        <a:srgbClr val="1A1A33"/>
      </a:dk2>
      <a:lt2>
        <a:srgbClr val="FF6745"/>
      </a:lt2>
      <a:accent1>
        <a:srgbClr val="E8E7E1"/>
      </a:accent1>
      <a:accent2>
        <a:srgbClr val="DDFF45"/>
      </a:accent2>
      <a:accent3>
        <a:srgbClr val="00E5EE"/>
      </a:accent3>
      <a:accent4>
        <a:srgbClr val="C445FF"/>
      </a:accent4>
      <a:accent5>
        <a:srgbClr val="7657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