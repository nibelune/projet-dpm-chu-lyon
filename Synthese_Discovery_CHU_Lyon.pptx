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"/>
          <a:ext cx="116403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18104"/>
                <a:gridCol w="3118104"/>
                <a:gridCol w="3118104"/>
              </a:tblGrid>
              <a:tr h="384048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de la Discovery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20B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 1 — Imagerie thoracique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 2 — Hématologie (frottis)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 3 — Cardiologie (ECG)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du problème et sous-problèmes.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et surcharge de lecture des radiographies thoraciques.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Sous-problèmes : file PACS non priorisée ; variabilité inter-observateur ; lecture 100 % manuelle.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Revue morphologique manuelle des frottis sanguins, chronophage et variable.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Sous-problèmes : goulot sur les cas suspects (blastes) ; forte dépendance à l'expertise individuelle.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Interprétation des ECG peu fiable en automatique, sous pression temporelle aux urgences.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Sous-problèmes : sur/sous-diagnostic ; relecture systématique.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User / Personas concernés.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1 : Dr Rivière — radiologue thoracique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2 : internes &amp; cliniciens prescripteurs (pneumo / urgences)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1 : Dr Benali — biologiste (hématologie)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2 : techniciens de laboratoire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1 : Dr Marchand — cardiologue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2 : médecins urgentistes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Solutions de contournement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les utilisateurs s'adaptent aujourd'hui.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manuel de la file PACS ; demandes d'avis senior ; heures supplémentaires ; recours à la téléradiologie.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lecture ; priorisation manuelle des lames ; renforts en période de pic d'activité.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Relecture intégrale de l'ECG ; recours à un avis senior ; sur-orientation par prudence.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 est-ce un problème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Délais → retard de prise en charge ; risque d'oubli de signes critiques ; épuisement des radiologues (pénurie).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diagnostic de leucémie dépend de la détection des cellules anormales : enjeu de fiabilité et de rapidité.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Rater un infarctus = risque vital ; à l'inverse, le sur-diagnostic mobilise examens et lits inutilement.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Quantifier l'ampleur du problème.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278 303 radios/an aux HCL.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Accord inter-observateur modéré (kappa 0,38–0,53).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9 342 radiologues en France (18,7 % &gt; 65 ans).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 M actes de biologie/an aux HCL.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Variabilité inter-opérateurs ; microscopie optique indispensable.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 auto : arythmies sur-diagnostiquées 28 %, sous-diagnostiquées 17 %.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: jusqu'à 98,6 % de sensibilité.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0E3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apportée par la résolution.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C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Rapidité + fiabilité du diagnostic ; priorisation des urgences ; soulagement RH ; moins de retards.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Sécurisation du diagnostic hématologique ; standardisation ; gain de temps biologiste.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spcAft>
                          <a:spcPts val="300"/>
                        </a:spcAft>
                        <a:buNone/>
                      </a:pPr>
                      <a:r>
                        <a:rPr lang="en-US" sz="850" dirty="0">
                          <a:solidFill>
                            <a:srgbClr val="2632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 plus sûr des urgences ; réduction du risque d'erreur (médico-légal) ; gain de temps.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274320" y="6583680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la Discovery — Projet DPM CHU de Lyon. Problématique commune : une lecture diagnostique manuelle, non priorisée et variable qui, à fort volume, allonge les délais et fragilise la fiabilité.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Synthese de la Discovery - CHU Lyon</dc:title>
  <dc:subject>PptxGenJS Presentation</dc:subject>
  <dc:creator>Projet DPM - CHU Lyon</dc:creator>
  <cp:lastModifiedBy>Projet DPM - CHU Lyon</cp:lastModifiedBy>
  <cp:revision>1</cp:revision>
  <dcterms:created xsi:type="dcterms:W3CDTF">2026-06-23T20:44:47Z</dcterms:created>
  <dcterms:modified xsi:type="dcterms:W3CDTF">2026-06-23T20:44:47Z</dcterms:modified>
</cp:coreProperties>
</file>